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4213e450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4213e450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4213e450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4213e450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549218613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549218613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Explain how each system work and why we decide to put that system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Character Creation System(Ratul)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Name and Gender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Combat System (Joe)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Attack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Heal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Run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Karma System(Jamie)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Good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Bad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Inventory (Joseph)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Food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Weapons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Armor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Randomly selected Event(Kofi)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Randomly selected Enemies (Edrik)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Randomly selected Room(Jack Glyaster)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Mini game system (Jack Collier)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Big Bad Boss at end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4213e450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4213e450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423a2aa41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4423a2aa41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CCS here, is the element that gives an identity to the user. Takes input, checks if it doesnt’ have numbers, checks if its longer than 2 characters, checks if its shorter than 20 characters, outputs it. Gets input for gender, chooses 1 for male, 2 for female, 3 for other.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4213e450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4213e450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4213e450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4213e450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4213e450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44213e450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4213e450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4213e450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 did/ what are randomly selected events</a:t>
            </a:r>
            <a:r>
              <a:rPr lang="en"/>
              <a:t> </a:t>
            </a:r>
            <a:r>
              <a:rPr lang="en"/>
              <a:t>I </a:t>
            </a:r>
            <a:r>
              <a:rPr lang="en"/>
              <a:t>designed</a:t>
            </a:r>
            <a:r>
              <a:rPr lang="en"/>
              <a:t> and implemented the random events for our game. Random events are what </a:t>
            </a:r>
            <a:r>
              <a:rPr lang="en"/>
              <a:t>their</a:t>
            </a:r>
            <a:r>
              <a:rPr lang="en"/>
              <a:t> name suggests, events that randomly appear.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the code means</a:t>
            </a:r>
            <a:r>
              <a:rPr lang="en"/>
              <a:t> ( The code on screen essentially shows what is in the the variable ‘RandRoom’, an example is the lost kid room. When a user encounters the ‘Lost Kid’ room they will see the following text *point to the correct description*.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Zero indicates the room number, the first square brackets indicates the number of items, and the second set of square brackets indicate the number of exits. - the number will depend on where the player is in the game.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4423a2aa41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4423a2aa4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4213e450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44213e450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4213e450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4213e450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44213e450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44213e450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441ee3babe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441ee3babe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41ee3bdc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41ee3bdc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441ee3babe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441ee3babe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41ee3be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441ee3be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4213e4507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44213e4507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423a2aa41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423a2aa4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Redemption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9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By:</a:t>
            </a:r>
            <a:br>
              <a:rPr lang="en"/>
            </a:br>
            <a:r>
              <a:rPr lang="en"/>
              <a:t> Alexander Kofi, James Blue, Ratul Banerjee, Joseph Butterworth,  Joseph Creek, Jack Collier, Jack Glaister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Table of Content</a:t>
            </a:r>
            <a:endParaRPr sz="48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is Redemption 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Key Features of Redemption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Implementation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Demonstration of Redemption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</a:t>
            </a:r>
            <a:r>
              <a:rPr lang="en" sz="2400"/>
              <a:t>hy you should by Redemption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17650" y="1450150"/>
            <a:ext cx="44544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What 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is Redemption?</a:t>
            </a:r>
            <a:endParaRPr sz="4800"/>
          </a:p>
        </p:txBody>
      </p:sp>
      <p:sp>
        <p:nvSpPr>
          <p:cNvPr id="147" name="Google Shape;147;p15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RPG Text-Based Adventure Game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Sick person trying to leave behind a  legacy about himself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39600" y="316550"/>
            <a:ext cx="64902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Features</a:t>
            </a:r>
            <a:endParaRPr sz="3600"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052550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Character Creation System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Combat System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Karma System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Inventory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Randomly selected Event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Randomly </a:t>
            </a:r>
            <a:r>
              <a:rPr lang="en" sz="2400"/>
              <a:t>selected</a:t>
            </a:r>
            <a:r>
              <a:rPr lang="en" sz="2400"/>
              <a:t> Enemies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Randomly selected Room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Mini game system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Big Bad Boss at end 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Creation System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 rotWithShape="1">
          <a:blip r:embed="rId3">
            <a:alphaModFix/>
          </a:blip>
          <a:srcRect b="22534" l="17679" r="27447" t="13644"/>
          <a:stretch/>
        </p:blipFill>
        <p:spPr>
          <a:xfrm>
            <a:off x="1297500" y="940600"/>
            <a:ext cx="6310599" cy="39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Combat System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3">
            <a:alphaModFix/>
          </a:blip>
          <a:srcRect b="15062" l="16535" r="14451" t="16284"/>
          <a:stretch/>
        </p:blipFill>
        <p:spPr>
          <a:xfrm>
            <a:off x="1297500" y="1000150"/>
            <a:ext cx="7322624" cy="388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Karma System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0"/>
          <p:cNvPicPr preferRelativeResize="0"/>
          <p:nvPr/>
        </p:nvPicPr>
        <p:blipFill rotWithShape="1">
          <a:blip r:embed="rId3">
            <a:alphaModFix/>
          </a:blip>
          <a:srcRect b="15989" l="22422" r="13511" t="26267"/>
          <a:stretch/>
        </p:blipFill>
        <p:spPr>
          <a:xfrm>
            <a:off x="1297500" y="984150"/>
            <a:ext cx="7227376" cy="38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Inventory System</a:t>
            </a:r>
            <a:endParaRPr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 b="23857" l="17450" r="38279" t="33141"/>
          <a:stretch/>
        </p:blipFill>
        <p:spPr>
          <a:xfrm>
            <a:off x="1297500" y="1107275"/>
            <a:ext cx="7107274" cy="36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Randomly Selected Event</a:t>
            </a:r>
            <a:endParaRPr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1297500" y="906575"/>
            <a:ext cx="5782800" cy="3416100"/>
          </a:xfrm>
          <a:prstGeom prst="rect">
            <a:avLst/>
          </a:prstGeom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RandRooms </a:t>
            </a:r>
            <a:r>
              <a:rPr lang="en" sz="900">
                <a:solidFill>
                  <a:srgbClr val="D73A49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[  </a:t>
            </a:r>
            <a:endParaRPr sz="900">
              <a:solidFill>
                <a:srgbClr val="24292E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room(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"Lost Kid"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 A kid is blocking the path in front of you, he appears to be hungry. Do you feed him or leave him? 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05CC5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,[],[]),</a:t>
            </a:r>
            <a:endParaRPr sz="900">
              <a:solidFill>
                <a:srgbClr val="24292E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room(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"Merchant's Son"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 The merchant's on steps into your path with a clueless look on his face. Do you give him directions or leave him? 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05CC5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,[],[]),</a:t>
            </a:r>
            <a:endParaRPr sz="900">
              <a:solidFill>
                <a:srgbClr val="24292E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room(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"Wild Animal"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 A wild animal is blocking your path, trying to shield its cubs from you. Do you force the animal out of your way or walk around it? 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05CC5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,[],[]),</a:t>
            </a:r>
            <a:endParaRPr sz="900">
              <a:solidFill>
                <a:srgbClr val="24292E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room(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"Tired Traveller"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 A wary traveller crosses your path, looking exhausted. Do you give him food and directions or laugh at him as you walk past? 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05CC5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,[],[]),</a:t>
            </a:r>
            <a:endParaRPr sz="900">
              <a:solidFill>
                <a:srgbClr val="24292E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room(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"Bandit attack"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"A bandit is blocking your path ahead, they haven't yet spotted you but one movement could cost your life. Tread carefully."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05CC5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,[],[]),</a:t>
            </a:r>
            <a:endParaRPr sz="900">
              <a:solidFill>
                <a:srgbClr val="24292E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room(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"Lost Kid"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 A kid is blocking the path in front of you, he appears to be hungry. Do you feed him or leave him? 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05CC5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,[],[]),</a:t>
            </a:r>
            <a:endParaRPr sz="900">
              <a:solidFill>
                <a:srgbClr val="24292E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room(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"Merchant's Son"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32F6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 The merchant's on steps into your path with a clueless look on his face. Do you give him directions? "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900">
                <a:solidFill>
                  <a:srgbClr val="005CC5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,[],[])</a:t>
            </a:r>
            <a:endParaRPr sz="900">
              <a:solidFill>
                <a:srgbClr val="24292E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]</a:t>
            </a:r>
            <a:endParaRPr sz="900">
              <a:solidFill>
                <a:srgbClr val="24292E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Merchant Encounter</a:t>
            </a:r>
            <a:endParaRPr/>
          </a:p>
        </p:txBody>
      </p:sp>
      <p:pic>
        <p:nvPicPr>
          <p:cNvPr id="197" name="Google Shape;197;p23"/>
          <p:cNvPicPr preferRelativeResize="0"/>
          <p:nvPr/>
        </p:nvPicPr>
        <p:blipFill rotWithShape="1">
          <a:blip r:embed="rId3">
            <a:alphaModFix/>
          </a:blip>
          <a:srcRect b="10869" l="16795" r="15886" t="16036"/>
          <a:stretch/>
        </p:blipFill>
        <p:spPr>
          <a:xfrm>
            <a:off x="1297500" y="1047750"/>
            <a:ext cx="6666476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Randomly selected Room</a:t>
            </a:r>
            <a:endParaRPr/>
          </a:p>
        </p:txBody>
      </p:sp>
      <p:pic>
        <p:nvPicPr>
          <p:cNvPr id="203" name="Google Shape;203;p24"/>
          <p:cNvPicPr preferRelativeResize="0"/>
          <p:nvPr/>
        </p:nvPicPr>
        <p:blipFill rotWithShape="1">
          <a:blip r:embed="rId3">
            <a:alphaModFix/>
          </a:blip>
          <a:srcRect b="17284" l="19501" r="44873" t="18435"/>
          <a:stretch/>
        </p:blipFill>
        <p:spPr>
          <a:xfrm>
            <a:off x="1881200" y="1071575"/>
            <a:ext cx="5500674" cy="376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Randomly selected Enemies</a:t>
            </a:r>
            <a:endParaRPr/>
          </a:p>
        </p:txBody>
      </p:sp>
      <p:pic>
        <p:nvPicPr>
          <p:cNvPr id="209" name="Google Shape;20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450" y="934725"/>
            <a:ext cx="6774025" cy="409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Game System</a:t>
            </a:r>
            <a:endParaRPr/>
          </a:p>
        </p:txBody>
      </p:sp>
      <p:pic>
        <p:nvPicPr>
          <p:cNvPr id="215" name="Google Shape;215;p26"/>
          <p:cNvPicPr preferRelativeResize="0"/>
          <p:nvPr/>
        </p:nvPicPr>
        <p:blipFill rotWithShape="1">
          <a:blip r:embed="rId3">
            <a:alphaModFix/>
          </a:blip>
          <a:srcRect b="0" l="17895" r="25845" t="39813"/>
          <a:stretch/>
        </p:blipFill>
        <p:spPr>
          <a:xfrm>
            <a:off x="1297500" y="1154925"/>
            <a:ext cx="7038899" cy="37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one day, everything changes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what is the new version of redemption?</a:t>
            </a:r>
            <a:endParaRPr/>
          </a:p>
        </p:txBody>
      </p:sp>
      <p:sp>
        <p:nvSpPr>
          <p:cNvPr id="226" name="Google Shape;226;p28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Incredibly fun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Intense role playing game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character goal is to put all the items in the correct room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that Redemption Currently have</a:t>
            </a:r>
            <a:endParaRPr/>
          </a:p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Inventory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Karma System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You Should Buy the Game</a:t>
            </a:r>
            <a:endParaRPr/>
          </a:p>
        </p:txBody>
      </p:sp>
      <p:sp>
        <p:nvSpPr>
          <p:cNvPr id="243" name="Google Shape;243;p3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Incredibly fun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10/10 - Darcy (dog)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Intense role playing game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 has a </a:t>
            </a:r>
            <a:r>
              <a:rPr lang="en"/>
              <a:t>compelling</a:t>
            </a:r>
            <a:r>
              <a:rPr lang="en"/>
              <a:t> story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Amazing </a:t>
            </a:r>
            <a:r>
              <a:rPr lang="en"/>
              <a:t>replayability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Amazing mini-games inside a game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uses the most powerful graphical processing unit; your </a:t>
            </a:r>
            <a:r>
              <a:rPr b="1" lang="en" u="sng"/>
              <a:t>IMAGINATION! </a:t>
            </a:r>
            <a:r>
              <a:rPr lang="en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Andddddd…….why not?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2190750" y="1695900"/>
            <a:ext cx="47625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Thank You for listening to our pitch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